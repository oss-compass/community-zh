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0" r:id="rId3"/>
  </p:sldMasterIdLst>
  <p:notesMasterIdLst>
    <p:notesMasterId r:id="rId6"/>
  </p:notesMasterIdLst>
  <p:sldIdLst>
    <p:sldId id="256" r:id="rId4"/>
    <p:sldId id="257" r:id="rId5"/>
    <p:sldId id="258" r:id="rId7"/>
    <p:sldId id="260" r:id="rId8"/>
    <p:sldId id="268" r:id="rId9"/>
    <p:sldId id="277" r:id="rId10"/>
    <p:sldId id="263" r:id="rId11"/>
    <p:sldId id="276" r:id="rId12"/>
    <p:sldId id="272" r:id="rId13"/>
    <p:sldId id="278" r:id="rId14"/>
    <p:sldId id="275" r:id="rId15"/>
  </p:sldIdLst>
  <p:sldSz cx="9144000" cy="5715000" type="screen16x9"/>
  <p:notesSz cx="5143500" cy="9144000"/>
  <p:embeddedFontLst>
    <p:embeddedFont>
      <p:font typeface="微软雅黑" panose="020B0503020204020204" charset="-122"/>
      <p:regular r:id="rId19"/>
    </p:embeddedFont>
    <p:embeddedFont>
      <p:font typeface="SourceHanSansSC-Regular" panose="020B0500000000000000" charset="-122"/>
      <p:regular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  <p:embeddedFont>
      <p:font typeface="等线" panose="02010600030101010101" charset="-122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9.png"/><Relationship Id="rId7" Type="http://schemas.openxmlformats.org/officeDocument/2006/relationships/tags" Target="../tags/tag4.xml"/><Relationship Id="rId6" Type="http://schemas.openxmlformats.org/officeDocument/2006/relationships/image" Target="../media/image8.png"/><Relationship Id="rId5" Type="http://schemas.openxmlformats.org/officeDocument/2006/relationships/tags" Target="../tags/tag3.xml"/><Relationship Id="rId46" Type="http://schemas.openxmlformats.org/officeDocument/2006/relationships/notesSlide" Target="../notesSlides/notesSlide1.xml"/><Relationship Id="rId45" Type="http://schemas.openxmlformats.org/officeDocument/2006/relationships/slideLayout" Target="../slideLayouts/slideLayout1.xml"/><Relationship Id="rId44" Type="http://schemas.openxmlformats.org/officeDocument/2006/relationships/image" Target="../media/image5.png"/><Relationship Id="rId43" Type="http://schemas.openxmlformats.org/officeDocument/2006/relationships/tags" Target="../tags/tag27.xml"/><Relationship Id="rId42" Type="http://schemas.openxmlformats.org/officeDocument/2006/relationships/tags" Target="../tags/tag26.xml"/><Relationship Id="rId41" Type="http://schemas.openxmlformats.org/officeDocument/2006/relationships/tags" Target="../tags/tag25.xml"/><Relationship Id="rId40" Type="http://schemas.openxmlformats.org/officeDocument/2006/relationships/tags" Target="../tags/tag24.xml"/><Relationship Id="rId4" Type="http://schemas.openxmlformats.org/officeDocument/2006/relationships/tags" Target="../tags/tag2.xml"/><Relationship Id="rId39" Type="http://schemas.openxmlformats.org/officeDocument/2006/relationships/tags" Target="../tags/tag23.xml"/><Relationship Id="rId38" Type="http://schemas.openxmlformats.org/officeDocument/2006/relationships/tags" Target="../tags/tag22.xml"/><Relationship Id="rId37" Type="http://schemas.openxmlformats.org/officeDocument/2006/relationships/tags" Target="../tags/tag21.xml"/><Relationship Id="rId36" Type="http://schemas.openxmlformats.org/officeDocument/2006/relationships/tags" Target="../tags/tag20.xml"/><Relationship Id="rId35" Type="http://schemas.openxmlformats.org/officeDocument/2006/relationships/tags" Target="../tags/tag19.xml"/><Relationship Id="rId34" Type="http://schemas.openxmlformats.org/officeDocument/2006/relationships/tags" Target="../tags/tag18.xml"/><Relationship Id="rId33" Type="http://schemas.openxmlformats.org/officeDocument/2006/relationships/tags" Target="../tags/tag17.xml"/><Relationship Id="rId32" Type="http://schemas.openxmlformats.org/officeDocument/2006/relationships/tags" Target="../tags/tag16.xml"/><Relationship Id="rId31" Type="http://schemas.openxmlformats.org/officeDocument/2006/relationships/image" Target="../media/image19.png"/><Relationship Id="rId30" Type="http://schemas.openxmlformats.org/officeDocument/2006/relationships/tags" Target="../tags/tag15.xml"/><Relationship Id="rId3" Type="http://schemas.openxmlformats.org/officeDocument/2006/relationships/image" Target="../media/image7.png"/><Relationship Id="rId29" Type="http://schemas.openxmlformats.org/officeDocument/2006/relationships/image" Target="../media/image18.png"/><Relationship Id="rId28" Type="http://schemas.openxmlformats.org/officeDocument/2006/relationships/tags" Target="../tags/tag14.xml"/><Relationship Id="rId27" Type="http://schemas.openxmlformats.org/officeDocument/2006/relationships/image" Target="../media/image17.png"/><Relationship Id="rId26" Type="http://schemas.openxmlformats.org/officeDocument/2006/relationships/tags" Target="../tags/tag13.xml"/><Relationship Id="rId25" Type="http://schemas.openxmlformats.org/officeDocument/2006/relationships/tags" Target="../tags/tag12.xml"/><Relationship Id="rId24" Type="http://schemas.openxmlformats.org/officeDocument/2006/relationships/image" Target="../media/image4.png"/><Relationship Id="rId23" Type="http://schemas.openxmlformats.org/officeDocument/2006/relationships/image" Target="../media/image3.png"/><Relationship Id="rId22" Type="http://schemas.openxmlformats.org/officeDocument/2006/relationships/image" Target="../media/image16.png"/><Relationship Id="rId21" Type="http://schemas.openxmlformats.org/officeDocument/2006/relationships/image" Target="../media/image15.png"/><Relationship Id="rId20" Type="http://schemas.openxmlformats.org/officeDocument/2006/relationships/image" Target="../media/image14.png"/><Relationship Id="rId2" Type="http://schemas.openxmlformats.org/officeDocument/2006/relationships/tags" Target="../tags/tag1.xml"/><Relationship Id="rId19" Type="http://schemas.openxmlformats.org/officeDocument/2006/relationships/tags" Target="../tags/tag11.xml"/><Relationship Id="rId18" Type="http://schemas.openxmlformats.org/officeDocument/2006/relationships/image" Target="../media/image13.png"/><Relationship Id="rId17" Type="http://schemas.openxmlformats.org/officeDocument/2006/relationships/tags" Target="../tags/tag10.xml"/><Relationship Id="rId16" Type="http://schemas.openxmlformats.org/officeDocument/2006/relationships/image" Target="../media/image12.png"/><Relationship Id="rId15" Type="http://schemas.openxmlformats.org/officeDocument/2006/relationships/tags" Target="../tags/tag9.xml"/><Relationship Id="rId14" Type="http://schemas.openxmlformats.org/officeDocument/2006/relationships/tags" Target="../tags/tag8.xml"/><Relationship Id="rId13" Type="http://schemas.openxmlformats.org/officeDocument/2006/relationships/image" Target="../media/image11.png"/><Relationship Id="rId12" Type="http://schemas.openxmlformats.org/officeDocument/2006/relationships/tags" Target="../tags/tag7.xml"/><Relationship Id="rId11" Type="http://schemas.openxmlformats.org/officeDocument/2006/relationships/image" Target="../media/image10.png"/><Relationship Id="rId10" Type="http://schemas.openxmlformats.org/officeDocument/2006/relationships/tags" Target="../tags/tag6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5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5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.png"/><Relationship Id="rId6" Type="http://schemas.openxmlformats.org/officeDocument/2006/relationships/image" Target="../media/image33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5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5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5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4" name="image 104"/>
          <p:cNvPicPr>
            <a:picLocks noChangeAspect="1"/>
          </p:cNvPicPr>
          <p:nvPr/>
        </p:nvPicPr>
        <p:blipFill>
          <a:blip r:embed="rId1"/>
          <a:srcRect b="23269"/>
          <a:stretch>
            <a:fillRect/>
          </a:stretch>
        </p:blipFill>
        <p:spPr>
          <a:xfrm>
            <a:off x="191770" y="2143125"/>
            <a:ext cx="9144000" cy="4546600"/>
          </a:xfrm>
          <a:prstGeom prst="rect">
            <a:avLst/>
          </a:prstGeom>
        </p:spPr>
      </p:pic>
      <p:sp>
        <p:nvSpPr>
          <p:cNvPr id="1010" name="Object 1010"/>
          <p:cNvSpPr txBox="1"/>
          <p:nvPr/>
        </p:nvSpPr>
        <p:spPr>
          <a:xfrm>
            <a:off x="0" y="4537710"/>
            <a:ext cx="9144635" cy="127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square" lIns="0" tIns="0" rIns="0" bIns="0" rtlCol="0" anchorCtr="0">
            <a:noAutofit/>
          </a:bodyPr>
          <a:lstStyle/>
          <a:p/>
        </p:txBody>
      </p:sp>
      <p:grpSp>
        <p:nvGrpSpPr>
          <p:cNvPr id="1011" name="组合 1011"/>
          <p:cNvGrpSpPr/>
          <p:nvPr/>
        </p:nvGrpSpPr>
        <p:grpSpPr>
          <a:xfrm>
            <a:off x="99060" y="1500505"/>
            <a:ext cx="8609330" cy="2497710"/>
            <a:chOff x="424815" y="1068705"/>
            <a:chExt cx="8609330" cy="2497710"/>
          </a:xfrm>
        </p:grpSpPr>
        <p:sp>
          <p:nvSpPr>
            <p:cNvPr id="1012" name="Object 1012"/>
            <p:cNvSpPr txBox="1"/>
            <p:nvPr/>
          </p:nvSpPr>
          <p:spPr>
            <a:xfrm>
              <a:off x="424815" y="1068705"/>
              <a:ext cx="8609330" cy="1898015"/>
            </a:xfrm>
            <a:prstGeom prst="rect">
              <a:avLst/>
            </a:prstGeom>
          </p:spPr>
          <p:txBody>
            <a:bodyPr vert="horz" wrap="square" lIns="0" tIns="46800" rIns="0" bIns="46800" rtlCol="0" anchor="t" anchorCtr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5400" b="1" i="0" dirty="0" smtClean="0">
                  <a:solidFill>
                    <a:srgbClr val="1B4FE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OSS-Compass Board </a:t>
              </a:r>
              <a:endParaRPr lang="en-US" altLang="zh-CN" sz="5400" b="1" i="0" dirty="0" smtClean="0">
                <a:solidFill>
                  <a:srgbClr val="1B4F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lnSpc>
                  <a:spcPct val="110000"/>
                </a:lnSpc>
              </a:pPr>
              <a:r>
                <a:rPr lang="zh-CN" altLang="en-US" sz="5400" b="1" i="0" dirty="0" smtClean="0">
                  <a:solidFill>
                    <a:srgbClr val="1B4FE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申请模版</a:t>
              </a:r>
              <a:endParaRPr lang="zh-CN" altLang="en-US" sz="5400" b="1" i="0" dirty="0" smtClean="0">
                <a:solidFill>
                  <a:srgbClr val="1B4F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17" name="Object 1017"/>
            <p:cNvSpPr txBox="1"/>
            <p:nvPr/>
          </p:nvSpPr>
          <p:spPr>
            <a:xfrm>
              <a:off x="565785" y="3104770"/>
              <a:ext cx="2908300" cy="461645"/>
            </a:xfrm>
            <a:prstGeom prst="rect">
              <a:avLst/>
            </a:prstGeom>
          </p:spPr>
          <p:txBody>
            <a:bodyPr vert="horz" wrap="square" lIns="0" tIns="46800" rIns="0" bIns="46800" rtlCol="0" anchor="t" anchorCtr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2400" b="0" i="0" dirty="0" smtClean="0">
                  <a:solidFill>
                    <a:srgbClr val="1F1F1F"/>
                  </a:solidFill>
                  <a:latin typeface="SourceHanSansSC-Regular" panose="020B0500000000000000" charset="-122"/>
                  <a:ea typeface="SourceHanSansSC-Regular" panose="020B0500000000000000" charset="-122"/>
                </a:rPr>
                <a:t>申请人：</a:t>
              </a:r>
              <a:r>
                <a:rPr lang="en-US" altLang="zh-CN" sz="2400" b="0" i="0" dirty="0" smtClean="0">
                  <a:solidFill>
                    <a:srgbClr val="1F1F1F"/>
                  </a:solidFill>
                  <a:latin typeface="SourceHanSansSC-Regular" panose="020B0500000000000000" charset="-122"/>
                  <a:ea typeface="SourceHanSansSC-Regular" panose="020B0500000000000000" charset="-122"/>
                </a:rPr>
                <a:t>XXX</a:t>
              </a:r>
              <a:endParaRPr lang="en-US" altLang="zh-CN" sz="2400" b="0" i="0" dirty="0" smtClean="0">
                <a:solidFill>
                  <a:srgbClr val="1F1F1F"/>
                </a:solidFill>
                <a:latin typeface="SourceHanSansSC-Regular" panose="020B0500000000000000" charset="-122"/>
                <a:ea typeface="SourceHanSansSC-Regular" panose="020B0500000000000000" charset="-122"/>
              </a:endParaRPr>
            </a:p>
          </p:txBody>
        </p:sp>
      </p:grpSp>
      <p:sp>
        <p:nvSpPr>
          <p:cNvPr id="1019" name="Object 1019"/>
          <p:cNvSpPr txBox="1"/>
          <p:nvPr/>
        </p:nvSpPr>
        <p:spPr>
          <a:xfrm>
            <a:off x="5860415" y="294005"/>
            <a:ext cx="2667000" cy="276860"/>
          </a:xfrm>
          <a:prstGeom prst="rect">
            <a:avLst/>
          </a:prstGeom>
        </p:spPr>
        <p:txBody>
          <a:bodyPr vert="horz" wrap="square" lIns="12700" tIns="46800" rIns="12700" bIns="46800" rtlCol="0" anchor="t" anchorCtr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zh-CN" sz="1200" b="0" i="0" dirty="0" smtClean="0">
                <a:solidFill>
                  <a:srgbClr val="4D4F5B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20XX.12.18</a:t>
            </a:r>
            <a:endParaRPr lang="zh-CN" altLang="en-US" sz="1200" b="0" i="0" dirty="0" smtClean="0">
              <a:solidFill>
                <a:srgbClr val="4D4F5B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1023" name="组合 1023"/>
          <p:cNvGrpSpPr/>
          <p:nvPr/>
        </p:nvGrpSpPr>
        <p:grpSpPr>
          <a:xfrm>
            <a:off x="8168640" y="5165725"/>
            <a:ext cx="432434" cy="54610"/>
            <a:chOff x="8168640" y="5165725"/>
            <a:chExt cx="432434" cy="54610"/>
          </a:xfrm>
        </p:grpSpPr>
        <p:sp>
          <p:nvSpPr>
            <p:cNvPr id="1024" name="Object 1024"/>
            <p:cNvSpPr txBox="1"/>
            <p:nvPr/>
          </p:nvSpPr>
          <p:spPr>
            <a:xfrm>
              <a:off x="8163877" y="5213667"/>
              <a:ext cx="438150" cy="12700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/>
          </p:txBody>
        </p:sp>
        <p:sp>
          <p:nvSpPr>
            <p:cNvPr id="1025" name="Object 1025"/>
            <p:cNvSpPr txBox="1"/>
            <p:nvPr/>
          </p:nvSpPr>
          <p:spPr>
            <a:xfrm>
              <a:off x="8527732" y="5160962"/>
              <a:ext cx="78740" cy="64135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/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45" y="367030"/>
            <a:ext cx="2063750" cy="641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01" name="image 20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1764665"/>
            <a:ext cx="9144635" cy="2005965"/>
          </a:xfrm>
          <a:prstGeom prst="rect">
            <a:avLst/>
          </a:prstGeom>
        </p:spPr>
      </p:pic>
      <p:pic>
        <p:nvPicPr>
          <p:cNvPr id="9202" name="image 20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491490" y="2501900"/>
            <a:ext cx="1092200" cy="977900"/>
          </a:xfrm>
          <a:prstGeom prst="rect">
            <a:avLst/>
          </a:prstGeom>
        </p:spPr>
      </p:pic>
      <p:grpSp>
        <p:nvGrpSpPr>
          <p:cNvPr id="205" name="组合 205"/>
          <p:cNvGrpSpPr/>
          <p:nvPr>
            <p:custDataLst>
              <p:tags r:id="rId4"/>
            </p:custDataLst>
          </p:nvPr>
        </p:nvGrpSpPr>
        <p:grpSpPr>
          <a:xfrm>
            <a:off x="4965700" y="2489198"/>
            <a:ext cx="1219200" cy="990601"/>
            <a:chOff x="4965700" y="2489198"/>
            <a:chExt cx="1219200" cy="990601"/>
          </a:xfrm>
        </p:grpSpPr>
        <p:pic>
          <p:nvPicPr>
            <p:cNvPr id="9206" name="image 20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rcRect/>
            <a:stretch>
              <a:fillRect/>
            </a:stretch>
          </p:blipFill>
          <p:spPr>
            <a:xfrm>
              <a:off x="4965700" y="2501900"/>
              <a:ext cx="1219200" cy="977900"/>
            </a:xfrm>
            <a:prstGeom prst="rect">
              <a:avLst/>
            </a:prstGeom>
          </p:spPr>
        </p:pic>
        <p:pic>
          <p:nvPicPr>
            <p:cNvPr id="9207" name="image 207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rcRect/>
            <a:stretch>
              <a:fillRect/>
            </a:stretch>
          </p:blipFill>
          <p:spPr>
            <a:xfrm>
              <a:off x="5069798" y="2489198"/>
              <a:ext cx="998303" cy="559436"/>
            </a:xfrm>
            <a:prstGeom prst="rect">
              <a:avLst/>
            </a:prstGeom>
          </p:spPr>
        </p:pic>
      </p:grpSp>
      <p:grpSp>
        <p:nvGrpSpPr>
          <p:cNvPr id="208" name="组合 208"/>
          <p:cNvGrpSpPr/>
          <p:nvPr>
            <p:custDataLst>
              <p:tags r:id="rId9"/>
            </p:custDataLst>
          </p:nvPr>
        </p:nvGrpSpPr>
        <p:grpSpPr>
          <a:xfrm>
            <a:off x="7137400" y="2470479"/>
            <a:ext cx="1282700" cy="1009320"/>
            <a:chOff x="7137400" y="2470479"/>
            <a:chExt cx="1282700" cy="1009320"/>
          </a:xfrm>
        </p:grpSpPr>
        <p:pic>
          <p:nvPicPr>
            <p:cNvPr id="9209" name="image 209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rcRect/>
            <a:stretch>
              <a:fillRect/>
            </a:stretch>
          </p:blipFill>
          <p:spPr>
            <a:xfrm>
              <a:off x="7137400" y="2501900"/>
              <a:ext cx="1282700" cy="977900"/>
            </a:xfrm>
            <a:prstGeom prst="rect">
              <a:avLst/>
            </a:prstGeom>
          </p:spPr>
        </p:pic>
        <p:pic>
          <p:nvPicPr>
            <p:cNvPr id="92010" name="image 2010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rcRect/>
            <a:stretch>
              <a:fillRect/>
            </a:stretch>
          </p:blipFill>
          <p:spPr>
            <a:xfrm>
              <a:off x="7219186" y="2470479"/>
              <a:ext cx="1078282" cy="578155"/>
            </a:xfrm>
            <a:prstGeom prst="rect">
              <a:avLst/>
            </a:prstGeom>
          </p:spPr>
        </p:pic>
      </p:grpSp>
      <p:grpSp>
        <p:nvGrpSpPr>
          <p:cNvPr id="2011" name="组合 2011"/>
          <p:cNvGrpSpPr/>
          <p:nvPr>
            <p:custDataLst>
              <p:tags r:id="rId14"/>
            </p:custDataLst>
          </p:nvPr>
        </p:nvGrpSpPr>
        <p:grpSpPr>
          <a:xfrm>
            <a:off x="2768600" y="2470468"/>
            <a:ext cx="1231900" cy="1009331"/>
            <a:chOff x="2768600" y="2470468"/>
            <a:chExt cx="1231900" cy="1009331"/>
          </a:xfrm>
        </p:grpSpPr>
        <p:pic>
          <p:nvPicPr>
            <p:cNvPr id="92012" name="image 2012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/>
            <a:srcRect/>
            <a:stretch>
              <a:fillRect/>
            </a:stretch>
          </p:blipFill>
          <p:spPr>
            <a:xfrm>
              <a:off x="2768600" y="2501900"/>
              <a:ext cx="1231900" cy="977900"/>
            </a:xfrm>
            <a:prstGeom prst="rect">
              <a:avLst/>
            </a:prstGeom>
          </p:spPr>
        </p:pic>
        <p:pic>
          <p:nvPicPr>
            <p:cNvPr id="92013" name="image 2013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/>
            <a:srcRect/>
            <a:stretch>
              <a:fillRect/>
            </a:stretch>
          </p:blipFill>
          <p:spPr>
            <a:xfrm>
              <a:off x="2882963" y="2470468"/>
              <a:ext cx="1010935" cy="578166"/>
            </a:xfrm>
            <a:prstGeom prst="rect">
              <a:avLst/>
            </a:prstGeom>
          </p:spPr>
        </p:pic>
      </p:grpSp>
      <p:pic>
        <p:nvPicPr>
          <p:cNvPr id="92014" name="image 201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rcRect/>
          <a:stretch>
            <a:fillRect/>
          </a:stretch>
        </p:blipFill>
        <p:spPr>
          <a:xfrm>
            <a:off x="7990840" y="2697480"/>
            <a:ext cx="1548130" cy="1548130"/>
          </a:xfrm>
          <a:prstGeom prst="rect">
            <a:avLst/>
          </a:prstGeom>
        </p:spPr>
      </p:pic>
      <p:sp>
        <p:nvSpPr>
          <p:cNvPr id="2018" name="Object 2018"/>
          <p:cNvSpPr txBox="1"/>
          <p:nvPr/>
        </p:nvSpPr>
        <p:spPr>
          <a:xfrm>
            <a:off x="565785" y="404495"/>
            <a:ext cx="6718300" cy="492760"/>
          </a:xfrm>
          <a:prstGeom prst="rect">
            <a:avLst/>
          </a:prstGeom>
        </p:spPr>
        <p:txBody>
          <a:bodyPr vert="horz" wrap="square" lIns="0" tIns="46800" rIns="0" bIns="46800" rtlCol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sz="2600" b="0" i="0" dirty="0" smtClean="0">
                <a:solidFill>
                  <a:srgbClr val="1B4FE3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目录</a:t>
            </a:r>
            <a:r>
              <a:rPr lang="en-US" altLang="zh-CN" sz="2600" b="0" i="0" dirty="0" smtClean="0">
                <a:solidFill>
                  <a:srgbClr val="1B4FE3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 </a:t>
            </a:r>
            <a:r>
              <a:rPr lang="zh-CN" sz="2600" b="0" i="0" dirty="0" smtClean="0">
                <a:solidFill>
                  <a:srgbClr val="1B4FE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lang="zh-CN" altLang="en-US" sz="2600" b="0" i="0" dirty="0" smtClean="0">
              <a:solidFill>
                <a:srgbClr val="1B4FE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92019" name="image 2019"/>
          <p:cNvPicPr>
            <a:picLocks noChangeAspect="1"/>
          </p:cNvPicPr>
          <p:nvPr/>
        </p:nvPicPr>
        <p:blipFill>
          <a:blip r:embed="rId21"/>
          <a:srcRect/>
          <a:stretch>
            <a:fillRect/>
          </a:stretch>
        </p:blipFill>
        <p:spPr>
          <a:xfrm>
            <a:off x="661352" y="1061402"/>
            <a:ext cx="7947025" cy="12700"/>
          </a:xfrm>
          <a:prstGeom prst="rect">
            <a:avLst/>
          </a:prstGeom>
        </p:spPr>
      </p:pic>
      <p:pic>
        <p:nvPicPr>
          <p:cNvPr id="92020" name="image 2020"/>
          <p:cNvPicPr>
            <a:picLocks noChangeAspect="1"/>
          </p:cNvPicPr>
          <p:nvPr/>
        </p:nvPicPr>
        <p:blipFill>
          <a:blip r:embed="rId22"/>
          <a:srcRect/>
          <a:stretch>
            <a:fillRect/>
          </a:stretch>
        </p:blipFill>
        <p:spPr>
          <a:xfrm>
            <a:off x="653415" y="1053465"/>
            <a:ext cx="2057400" cy="25400"/>
          </a:xfrm>
          <a:prstGeom prst="rect">
            <a:avLst/>
          </a:prstGeom>
        </p:spPr>
      </p:pic>
      <p:grpSp>
        <p:nvGrpSpPr>
          <p:cNvPr id="2021" name="组合 2021"/>
          <p:cNvGrpSpPr/>
          <p:nvPr/>
        </p:nvGrpSpPr>
        <p:grpSpPr>
          <a:xfrm>
            <a:off x="8168640" y="768985"/>
            <a:ext cx="432434" cy="54610"/>
            <a:chOff x="8168640" y="768985"/>
            <a:chExt cx="432434" cy="54610"/>
          </a:xfrm>
        </p:grpSpPr>
        <p:sp>
          <p:nvSpPr>
            <p:cNvPr id="2022" name="Object 2022"/>
            <p:cNvSpPr txBox="1"/>
            <p:nvPr/>
          </p:nvSpPr>
          <p:spPr>
            <a:xfrm>
              <a:off x="8163877" y="816927"/>
              <a:ext cx="438150" cy="12700"/>
            </a:xfrm>
            <a:prstGeom prst="rect">
              <a:avLst/>
            </a:prstGeom>
            <a:blipFill dpi="0" rotWithShape="1">
              <a:blip r:embed="rId23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23" name="Object 2023"/>
            <p:cNvSpPr txBox="1"/>
            <p:nvPr/>
          </p:nvSpPr>
          <p:spPr>
            <a:xfrm>
              <a:off x="8527732" y="764222"/>
              <a:ext cx="78740" cy="64135"/>
            </a:xfrm>
            <a:prstGeom prst="rect">
              <a:avLst/>
            </a:prstGeom>
            <a:blipFill dpi="0" rotWithShape="1">
              <a:blip r:embed="rId24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024" name="组合 2024"/>
          <p:cNvGrpSpPr/>
          <p:nvPr>
            <p:custDataLst>
              <p:tags r:id="rId25"/>
            </p:custDataLst>
          </p:nvPr>
        </p:nvGrpSpPr>
        <p:grpSpPr>
          <a:xfrm>
            <a:off x="618807" y="3809047"/>
            <a:ext cx="1904364" cy="1103630"/>
            <a:chOff x="618807" y="3809047"/>
            <a:chExt cx="1904364" cy="1103630"/>
          </a:xfrm>
        </p:grpSpPr>
        <p:sp>
          <p:nvSpPr>
            <p:cNvPr id="2025" name="Object 2025"/>
            <p:cNvSpPr txBox="1"/>
            <p:nvPr>
              <p:custDataLst>
                <p:tags r:id="rId26"/>
              </p:custDataLst>
            </p:nvPr>
          </p:nvSpPr>
          <p:spPr>
            <a:xfrm>
              <a:off x="618807" y="4565967"/>
              <a:ext cx="1767839" cy="346710"/>
            </a:xfrm>
            <a:prstGeom prst="rect">
              <a:avLst/>
            </a:prstGeom>
            <a:blipFill dpi="0" rotWithShape="1">
              <a:blip r:embed="rId27"/>
              <a:srcRect/>
              <a:stretch>
                <a:fillRect/>
              </a:stretch>
            </a:blipFill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600" b="1" i="0" dirty="0" smtClean="0">
                  <a:solidFill>
                    <a:srgbClr val="1B4FE3"/>
                  </a:solidFill>
                  <a:latin typeface="微软雅黑" panose="020B0503020204020204" charset="-122"/>
                  <a:ea typeface="微软雅黑" panose="020B0503020204020204" charset="-122"/>
                </a:rPr>
                <a:t>自我介绍</a:t>
              </a:r>
              <a:endParaRPr lang="zh-CN" altLang="en-US" sz="1600" b="1" i="0" dirty="0" smtClean="0">
                <a:solidFill>
                  <a:srgbClr val="1B4FE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26" name="Object 2026"/>
            <p:cNvSpPr txBox="1"/>
            <p:nvPr>
              <p:custDataLst>
                <p:tags r:id="rId28"/>
              </p:custDataLst>
            </p:nvPr>
          </p:nvSpPr>
          <p:spPr>
            <a:xfrm>
              <a:off x="625157" y="3809047"/>
              <a:ext cx="1898014" cy="531495"/>
            </a:xfrm>
            <a:prstGeom prst="rect">
              <a:avLst/>
            </a:prstGeom>
            <a:blipFill dpi="0" rotWithShape="1">
              <a:blip r:embed="rId29"/>
              <a:srcRect/>
              <a:stretch>
                <a:fillRect/>
              </a:stretch>
            </a:blipFill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1400" b="0" i="0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Self</a:t>
              </a:r>
              <a:endParaRPr lang="en-US" altLang="zh-CN" sz="1400" b="0" i="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lang="en-US" altLang="zh-CN" sz="1400" b="0" i="0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Introduction</a:t>
              </a:r>
              <a:endParaRPr lang="en-US" altLang="zh-CN" sz="14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27" name="Object 2027"/>
            <p:cNvSpPr txBox="1"/>
            <p:nvPr>
              <p:custDataLst>
                <p:tags r:id="rId30"/>
              </p:custDataLst>
            </p:nvPr>
          </p:nvSpPr>
          <p:spPr>
            <a:xfrm rot="2700000">
              <a:off x="657542" y="4435157"/>
              <a:ext cx="85725" cy="85725"/>
            </a:xfrm>
            <a:prstGeom prst="rect">
              <a:avLst/>
            </a:prstGeom>
            <a:blipFill dpi="0" rotWithShape="1">
              <a:blip r:embed="rId31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32"/>
            </p:custDataLst>
          </p:nvPr>
        </p:nvGrpSpPr>
        <p:grpSpPr>
          <a:xfrm>
            <a:off x="4989830" y="3808730"/>
            <a:ext cx="1913890" cy="1103630"/>
            <a:chOff x="4426" y="5998"/>
            <a:chExt cx="3014" cy="1738"/>
          </a:xfrm>
        </p:grpSpPr>
        <p:sp>
          <p:nvSpPr>
            <p:cNvPr id="2029" name="Object 2029"/>
            <p:cNvSpPr txBox="1"/>
            <p:nvPr>
              <p:custDataLst>
                <p:tags r:id="rId33"/>
              </p:custDataLst>
            </p:nvPr>
          </p:nvSpPr>
          <p:spPr>
            <a:xfrm>
              <a:off x="4426" y="7190"/>
              <a:ext cx="2784" cy="546"/>
            </a:xfrm>
            <a:prstGeom prst="rect">
              <a:avLst/>
            </a:prstGeom>
            <a:blipFill dpi="0" rotWithShape="1">
              <a:blip r:embed="rId27"/>
              <a:srcRect/>
              <a:stretch>
                <a:fillRect/>
              </a:stretch>
            </a:blipFill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600" b="1" i="0" dirty="0" smtClean="0">
                  <a:solidFill>
                    <a:srgbClr val="1B4FE3"/>
                  </a:solidFill>
                  <a:latin typeface="微软雅黑" panose="020B0503020204020204" charset="-122"/>
                  <a:ea typeface="微软雅黑" panose="020B0503020204020204" charset="-122"/>
                </a:rPr>
                <a:t>合作资源</a:t>
              </a:r>
              <a:endParaRPr lang="zh-CN" altLang="en-US" sz="1600" b="1" i="0" dirty="0" smtClean="0">
                <a:solidFill>
                  <a:srgbClr val="1B4FE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30" name="Object 2030"/>
            <p:cNvSpPr txBox="1"/>
            <p:nvPr>
              <p:custDataLst>
                <p:tags r:id="rId34"/>
              </p:custDataLst>
            </p:nvPr>
          </p:nvSpPr>
          <p:spPr>
            <a:xfrm>
              <a:off x="4452" y="5998"/>
              <a:ext cx="2989" cy="837"/>
            </a:xfrm>
            <a:prstGeom prst="rect">
              <a:avLst/>
            </a:prstGeom>
            <a:blipFill dpi="0" rotWithShape="1">
              <a:blip r:embed="rId29"/>
              <a:srcRect/>
              <a:stretch>
                <a:fillRect/>
              </a:stretch>
            </a:blipFill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1400" b="0" i="0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Cooperation </a:t>
              </a:r>
              <a:endParaRPr lang="en-US" altLang="zh-CN" sz="1400" b="0" i="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lang="en-US" altLang="zh-CN" sz="1400" b="0" i="0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Resource</a:t>
              </a:r>
              <a:endParaRPr lang="en-US" altLang="zh-CN" sz="1400" b="0" i="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31" name="Object 2031"/>
            <p:cNvSpPr txBox="1"/>
            <p:nvPr>
              <p:custDataLst>
                <p:tags r:id="rId35"/>
              </p:custDataLst>
            </p:nvPr>
          </p:nvSpPr>
          <p:spPr>
            <a:xfrm rot="2700000">
              <a:off x="4503" y="6984"/>
              <a:ext cx="135" cy="135"/>
            </a:xfrm>
            <a:prstGeom prst="rect">
              <a:avLst/>
            </a:prstGeom>
            <a:blipFill dpi="0" rotWithShape="1">
              <a:blip r:embed="rId31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" name="组合 2"/>
          <p:cNvGrpSpPr/>
          <p:nvPr>
            <p:custDataLst>
              <p:tags r:id="rId36"/>
            </p:custDataLst>
          </p:nvPr>
        </p:nvGrpSpPr>
        <p:grpSpPr>
          <a:xfrm>
            <a:off x="2841625" y="3837305"/>
            <a:ext cx="1913890" cy="1103630"/>
            <a:chOff x="7834" y="5998"/>
            <a:chExt cx="3014" cy="1738"/>
          </a:xfrm>
        </p:grpSpPr>
        <p:sp>
          <p:nvSpPr>
            <p:cNvPr id="2033" name="Object 2033"/>
            <p:cNvSpPr txBox="1"/>
            <p:nvPr>
              <p:custDataLst>
                <p:tags r:id="rId37"/>
              </p:custDataLst>
            </p:nvPr>
          </p:nvSpPr>
          <p:spPr>
            <a:xfrm>
              <a:off x="7834" y="7190"/>
              <a:ext cx="2784" cy="546"/>
            </a:xfrm>
            <a:prstGeom prst="rect">
              <a:avLst/>
            </a:prstGeom>
            <a:blipFill dpi="0" rotWithShape="1">
              <a:blip r:embed="rId27"/>
              <a:srcRect/>
              <a:stretch>
                <a:fillRect/>
              </a:stretch>
            </a:blipFill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600" b="1" i="0" dirty="0" smtClean="0">
                  <a:solidFill>
                    <a:srgbClr val="1B4FE3"/>
                  </a:solidFill>
                  <a:latin typeface="微软雅黑" panose="020B0503020204020204" charset="-122"/>
                  <a:ea typeface="微软雅黑" panose="020B0503020204020204" charset="-122"/>
                </a:rPr>
                <a:t>申请原因</a:t>
              </a:r>
              <a:endParaRPr lang="zh-CN" altLang="en-US" sz="1600" b="1" i="0" dirty="0" smtClean="0">
                <a:solidFill>
                  <a:srgbClr val="1B4FE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34" name="Object 2034"/>
            <p:cNvSpPr txBox="1"/>
            <p:nvPr>
              <p:custDataLst>
                <p:tags r:id="rId38"/>
              </p:custDataLst>
            </p:nvPr>
          </p:nvSpPr>
          <p:spPr>
            <a:xfrm>
              <a:off x="7860" y="5998"/>
              <a:ext cx="2989" cy="837"/>
            </a:xfrm>
            <a:prstGeom prst="rect">
              <a:avLst/>
            </a:prstGeom>
            <a:blipFill dpi="0" rotWithShape="1">
              <a:blip r:embed="rId29"/>
              <a:srcRect/>
              <a:stretch>
                <a:fillRect/>
              </a:stretch>
            </a:blipFill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1400" b="0" i="0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Reason For</a:t>
              </a:r>
              <a:r>
                <a:rPr lang="zh-CN" sz="1400" b="0" i="0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endParaRPr lang="zh-CN" altLang="en-US" sz="140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lang="en-US" altLang="zh-CN" sz="1400" b="0" i="0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Application</a:t>
              </a:r>
              <a:endParaRPr lang="en-US" altLang="zh-CN" sz="1400" b="0" i="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35" name="Object 2035"/>
            <p:cNvSpPr txBox="1"/>
            <p:nvPr>
              <p:custDataLst>
                <p:tags r:id="rId39"/>
              </p:custDataLst>
            </p:nvPr>
          </p:nvSpPr>
          <p:spPr>
            <a:xfrm rot="2700000">
              <a:off x="7891" y="6984"/>
              <a:ext cx="135" cy="135"/>
            </a:xfrm>
            <a:prstGeom prst="rect">
              <a:avLst/>
            </a:prstGeom>
            <a:blipFill dpi="0" rotWithShape="1">
              <a:blip r:embed="rId31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036" name="组合 2036"/>
          <p:cNvGrpSpPr/>
          <p:nvPr>
            <p:custDataLst>
              <p:tags r:id="rId40"/>
            </p:custDataLst>
          </p:nvPr>
        </p:nvGrpSpPr>
        <p:grpSpPr>
          <a:xfrm>
            <a:off x="7138987" y="3809047"/>
            <a:ext cx="1914525" cy="1103629"/>
            <a:chOff x="7138987" y="3809047"/>
            <a:chExt cx="1914525" cy="1103629"/>
          </a:xfrm>
        </p:grpSpPr>
        <p:sp>
          <p:nvSpPr>
            <p:cNvPr id="2037" name="Object 2037"/>
            <p:cNvSpPr txBox="1"/>
            <p:nvPr>
              <p:custDataLst>
                <p:tags r:id="rId41"/>
              </p:custDataLst>
            </p:nvPr>
          </p:nvSpPr>
          <p:spPr>
            <a:xfrm>
              <a:off x="7138987" y="4565967"/>
              <a:ext cx="1767839" cy="346710"/>
            </a:xfrm>
            <a:prstGeom prst="rect">
              <a:avLst/>
            </a:prstGeom>
            <a:blipFill dpi="0" rotWithShape="1">
              <a:blip r:embed="rId27"/>
              <a:srcRect/>
              <a:stretch>
                <a:fillRect/>
              </a:stretch>
            </a:blipFill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600" b="1" i="0" dirty="0" smtClean="0">
                  <a:solidFill>
                    <a:srgbClr val="1B4FE3"/>
                  </a:solidFill>
                  <a:latin typeface="微软雅黑" panose="020B0503020204020204" charset="-122"/>
                  <a:ea typeface="微软雅黑" panose="020B0503020204020204" charset="-122"/>
                </a:rPr>
                <a:t>后续规划</a:t>
              </a:r>
              <a:endParaRPr lang="zh-CN" altLang="en-US" sz="1600" b="1" i="0" dirty="0" smtClean="0">
                <a:solidFill>
                  <a:srgbClr val="1B4FE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38" name="Object 2038"/>
            <p:cNvSpPr txBox="1"/>
            <p:nvPr>
              <p:custDataLst>
                <p:tags r:id="rId42"/>
              </p:custDataLst>
            </p:nvPr>
          </p:nvSpPr>
          <p:spPr>
            <a:xfrm>
              <a:off x="7155497" y="3809047"/>
              <a:ext cx="1898014" cy="531495"/>
            </a:xfrm>
            <a:prstGeom prst="rect">
              <a:avLst/>
            </a:prstGeom>
            <a:blipFill dpi="0" rotWithShape="1">
              <a:blip r:embed="rId29"/>
              <a:srcRect/>
              <a:stretch>
                <a:fillRect/>
              </a:stretch>
            </a:blipFill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1400" b="0" i="0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Follow-up</a:t>
              </a:r>
              <a:r>
                <a:rPr lang="zh-CN" sz="1400" b="0" i="0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endParaRPr lang="zh-CN" altLang="en-US" sz="140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lang="zh-CN" sz="1400" b="0" i="0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P</a:t>
              </a:r>
              <a:r>
                <a:rPr lang="en-US" altLang="zh-CN" sz="1400" b="0" i="0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lanning</a:t>
              </a:r>
              <a:endParaRPr lang="en-US" altLang="zh-CN" sz="1400" b="0" i="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39" name="Object 2039"/>
            <p:cNvSpPr txBox="1"/>
            <p:nvPr>
              <p:custDataLst>
                <p:tags r:id="rId43"/>
              </p:custDataLst>
            </p:nvPr>
          </p:nvSpPr>
          <p:spPr>
            <a:xfrm rot="2700000">
              <a:off x="7187882" y="4435157"/>
              <a:ext cx="85725" cy="85725"/>
            </a:xfrm>
            <a:prstGeom prst="rect">
              <a:avLst/>
            </a:prstGeom>
            <a:blipFill dpi="0" rotWithShape="1">
              <a:blip r:embed="rId31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412230" y="299720"/>
            <a:ext cx="2063750" cy="641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04" name="image 30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686300" y="1308100"/>
            <a:ext cx="3784600" cy="3670300"/>
          </a:xfrm>
          <a:prstGeom prst="rect">
            <a:avLst/>
          </a:prstGeom>
        </p:spPr>
      </p:pic>
      <p:grpSp>
        <p:nvGrpSpPr>
          <p:cNvPr id="305" name="组合 305"/>
          <p:cNvGrpSpPr/>
          <p:nvPr/>
        </p:nvGrpSpPr>
        <p:grpSpPr>
          <a:xfrm rot="5400000">
            <a:off x="697865" y="-635"/>
            <a:ext cx="5011420" cy="6407785"/>
            <a:chOff x="680085" y="15875"/>
            <a:chExt cx="5011420" cy="6407785"/>
          </a:xfrm>
        </p:grpSpPr>
        <p:sp>
          <p:nvSpPr>
            <p:cNvPr id="306" name="Object 306"/>
            <p:cNvSpPr txBox="1"/>
            <p:nvPr/>
          </p:nvSpPr>
          <p:spPr>
            <a:xfrm>
              <a:off x="680085" y="15875"/>
              <a:ext cx="5011420" cy="6407785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07" name="Object 307"/>
            <p:cNvSpPr txBox="1"/>
            <p:nvPr/>
          </p:nvSpPr>
          <p:spPr>
            <a:xfrm>
              <a:off x="680085" y="15875"/>
              <a:ext cx="5011420" cy="12700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pic>
        <p:nvPicPr>
          <p:cNvPr id="93013" name="image 30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10800000">
            <a:off x="0" y="713105"/>
            <a:ext cx="9144635" cy="563245"/>
          </a:xfrm>
          <a:prstGeom prst="rect">
            <a:avLst/>
          </a:prstGeom>
        </p:spPr>
      </p:pic>
      <p:grpSp>
        <p:nvGrpSpPr>
          <p:cNvPr id="3015" name="组合 3015"/>
          <p:cNvGrpSpPr/>
          <p:nvPr/>
        </p:nvGrpSpPr>
        <p:grpSpPr>
          <a:xfrm>
            <a:off x="534035" y="2386330"/>
            <a:ext cx="5310505" cy="2552065"/>
            <a:chOff x="534035" y="2386330"/>
            <a:chExt cx="5310505" cy="2552065"/>
          </a:xfrm>
        </p:grpSpPr>
        <p:sp>
          <p:nvSpPr>
            <p:cNvPr id="3016" name="Object 3016"/>
            <p:cNvSpPr txBox="1"/>
            <p:nvPr/>
          </p:nvSpPr>
          <p:spPr>
            <a:xfrm>
              <a:off x="565785" y="3633470"/>
              <a:ext cx="5245100" cy="1016000"/>
            </a:xfrm>
            <a:prstGeom prst="rect">
              <a:avLst/>
            </a:prstGeom>
          </p:spPr>
          <p:txBody>
            <a:bodyPr vert="horz" wrap="square" lIns="0" tIns="46800" rIns="0" bIns="46800" rtlCol="0" anchor="t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6000" b="1" i="0" dirty="0" smtClean="0">
                  <a:solidFill>
                    <a:srgbClr val="1B4FE3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自我介绍</a:t>
              </a:r>
              <a:endParaRPr lang="zh-CN" altLang="en-US" sz="6000" b="1" i="0" dirty="0" smtClean="0">
                <a:solidFill>
                  <a:srgbClr val="1B4FE3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017" name="Object 3017"/>
            <p:cNvSpPr txBox="1"/>
            <p:nvPr/>
          </p:nvSpPr>
          <p:spPr>
            <a:xfrm>
              <a:off x="534035" y="2386330"/>
              <a:ext cx="2719705" cy="1446530"/>
            </a:xfrm>
            <a:prstGeom prst="rect">
              <a:avLst/>
            </a:prstGeom>
          </p:spPr>
          <p:txBody>
            <a:bodyPr vert="horz" wrap="square" lIns="0" tIns="46800" rIns="0" bIns="46800" rtlCol="0" anchor="t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8800" b="0" i="0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01</a:t>
              </a:r>
              <a:endParaRPr lang="zh-CN" altLang="en-US" sz="8800" b="0" i="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018" name="Object 3018"/>
            <p:cNvSpPr txBox="1"/>
            <p:nvPr/>
          </p:nvSpPr>
          <p:spPr>
            <a:xfrm>
              <a:off x="599440" y="4630420"/>
              <a:ext cx="5245100" cy="307975"/>
            </a:xfrm>
            <a:prstGeom prst="rect">
              <a:avLst/>
            </a:prstGeom>
          </p:spPr>
          <p:txBody>
            <a:bodyPr vert="horz" wrap="square" lIns="0" tIns="46800" rIns="0" bIns="46800" rtlCol="0" anchor="t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1400" b="0" i="0" dirty="0" smtClean="0">
                  <a:solidFill>
                    <a:srgbClr val="1B4FE3"/>
                  </a:solidFill>
                  <a:latin typeface="微软雅黑" panose="020B0503020204020204" charset="-122"/>
                  <a:ea typeface="微软雅黑" panose="020B0503020204020204" charset="-122"/>
                </a:rPr>
                <a:t>Self-Introduction</a:t>
              </a:r>
              <a:endParaRPr lang="en-US" altLang="zh-CN" sz="1400" b="0" i="0" dirty="0" smtClean="0">
                <a:solidFill>
                  <a:srgbClr val="1B4FE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93019" name="image 301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-30797" y="705802"/>
            <a:ext cx="9182100" cy="12700"/>
          </a:xfrm>
          <a:prstGeom prst="rect">
            <a:avLst/>
          </a:prstGeom>
        </p:spPr>
      </p:pic>
      <p:pic>
        <p:nvPicPr>
          <p:cNvPr id="93020" name="image 302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56590" y="697865"/>
            <a:ext cx="635000" cy="25400"/>
          </a:xfrm>
          <a:prstGeom prst="rect">
            <a:avLst/>
          </a:prstGeom>
        </p:spPr>
      </p:pic>
      <p:pic>
        <p:nvPicPr>
          <p:cNvPr id="93021" name="image 302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389687" y="1476420"/>
            <a:ext cx="2143697" cy="3267026"/>
          </a:xfrm>
          <a:prstGeom prst="rect">
            <a:avLst/>
          </a:prstGeom>
        </p:spPr>
      </p:pic>
      <p:pic>
        <p:nvPicPr>
          <p:cNvPr id="4" name="图片 3" descr="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210" y="56515"/>
            <a:ext cx="2063750" cy="641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0" name="Object 5010"/>
          <p:cNvSpPr txBox="1"/>
          <p:nvPr/>
        </p:nvSpPr>
        <p:spPr>
          <a:xfrm>
            <a:off x="817244" y="648335"/>
            <a:ext cx="6718300" cy="892810"/>
          </a:xfrm>
          <a:prstGeom prst="rect">
            <a:avLst/>
          </a:prstGeom>
        </p:spPr>
        <p:txBody>
          <a:bodyPr vert="horz" wrap="square" lIns="0" tIns="46800" rIns="0" bIns="46800" rtlCol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sz="2600" b="0" i="0" dirty="0" smtClean="0">
                <a:solidFill>
                  <a:srgbClr val="1B4FE3"/>
                </a:solidFill>
                <a:latin typeface="微软雅黑" panose="020B0503020204020204" charset="-122"/>
                <a:ea typeface="微软雅黑" panose="020B0503020204020204" charset="-122"/>
              </a:rPr>
              <a:t>自我介绍</a:t>
            </a:r>
            <a:r>
              <a:rPr lang="en-US" altLang="zh-CN" sz="2600" b="0" i="0" dirty="0" smtClean="0">
                <a:solidFill>
                  <a:srgbClr val="1B4FE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sz="2600" dirty="0" smtClean="0">
                <a:solidFill>
                  <a:srgbClr val="1B4FE3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Self Introduction</a:t>
            </a:r>
            <a:endParaRPr lang="en-US" altLang="zh-CN" sz="260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</a:pPr>
            <a:endParaRPr lang="zh-CN" altLang="en-US" sz="2600" b="0" i="0" dirty="0" smtClean="0">
              <a:solidFill>
                <a:srgbClr val="1B4FE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5011" name="image 50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5400000">
            <a:off x="-2272982" y="2855912"/>
            <a:ext cx="5730875" cy="12700"/>
          </a:xfrm>
          <a:prstGeom prst="rect">
            <a:avLst/>
          </a:prstGeom>
        </p:spPr>
      </p:pic>
      <p:pic>
        <p:nvPicPr>
          <p:cNvPr id="95012" name="image 501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80771" y="673481"/>
            <a:ext cx="25400" cy="443230"/>
          </a:xfrm>
          <a:prstGeom prst="rect">
            <a:avLst/>
          </a:prstGeom>
        </p:spPr>
      </p:pic>
      <p:grpSp>
        <p:nvGrpSpPr>
          <p:cNvPr id="5064" name="组合 5064"/>
          <p:cNvGrpSpPr/>
          <p:nvPr/>
        </p:nvGrpSpPr>
        <p:grpSpPr>
          <a:xfrm>
            <a:off x="7942580" y="894080"/>
            <a:ext cx="553720" cy="127000"/>
            <a:chOff x="7942580" y="894080"/>
            <a:chExt cx="553720" cy="127000"/>
          </a:xfrm>
        </p:grpSpPr>
        <p:sp>
          <p:nvSpPr>
            <p:cNvPr id="5065" name="Object 5065"/>
            <p:cNvSpPr txBox="1"/>
            <p:nvPr/>
          </p:nvSpPr>
          <p:spPr>
            <a:xfrm>
              <a:off x="8369300" y="894080"/>
              <a:ext cx="127000" cy="127000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/>
          </p:txBody>
        </p:sp>
        <p:sp>
          <p:nvSpPr>
            <p:cNvPr id="5066" name="Object 5066"/>
            <p:cNvSpPr txBox="1"/>
            <p:nvPr/>
          </p:nvSpPr>
          <p:spPr>
            <a:xfrm>
              <a:off x="8155940" y="894080"/>
              <a:ext cx="127000" cy="127000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/>
          </p:txBody>
        </p:sp>
        <p:sp>
          <p:nvSpPr>
            <p:cNvPr id="5067" name="Object 5067"/>
            <p:cNvSpPr txBox="1"/>
            <p:nvPr/>
          </p:nvSpPr>
          <p:spPr>
            <a:xfrm>
              <a:off x="7942580" y="894080"/>
              <a:ext cx="127000" cy="127000"/>
            </a:xfrm>
            <a:prstGeom prst="rect">
              <a:avLst/>
            </a:prstGeom>
            <a:blipFill dpi="0" rotWithShape="1">
              <a:blip r:embed="rId5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/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735" y="165100"/>
            <a:ext cx="2063750" cy="64135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632460" y="1294130"/>
            <a:ext cx="7946390" cy="25400"/>
            <a:chOff x="996" y="2038"/>
            <a:chExt cx="12514" cy="40"/>
          </a:xfrm>
        </p:grpSpPr>
        <p:pic>
          <p:nvPicPr>
            <p:cNvPr id="92019" name="image 2019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996" y="2038"/>
              <a:ext cx="12515" cy="20"/>
            </a:xfrm>
            <a:prstGeom prst="rect">
              <a:avLst/>
            </a:prstGeom>
          </p:spPr>
        </p:pic>
        <p:pic>
          <p:nvPicPr>
            <p:cNvPr id="92020" name="image 2020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>
            <a:xfrm>
              <a:off x="1029" y="2038"/>
              <a:ext cx="3240" cy="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04" name="image 130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965700" y="1384300"/>
            <a:ext cx="3568700" cy="3479800"/>
          </a:xfrm>
          <a:prstGeom prst="rect">
            <a:avLst/>
          </a:prstGeom>
        </p:spPr>
      </p:pic>
      <p:grpSp>
        <p:nvGrpSpPr>
          <p:cNvPr id="1305" name="组合 1305"/>
          <p:cNvGrpSpPr/>
          <p:nvPr/>
        </p:nvGrpSpPr>
        <p:grpSpPr>
          <a:xfrm rot="5400000">
            <a:off x="-153035" y="848995"/>
            <a:ext cx="5011420" cy="4741545"/>
            <a:chOff x="680085" y="15875"/>
            <a:chExt cx="5011420" cy="6407785"/>
          </a:xfrm>
        </p:grpSpPr>
        <p:sp>
          <p:nvSpPr>
            <p:cNvPr id="1306" name="Object 1306"/>
            <p:cNvSpPr txBox="1"/>
            <p:nvPr/>
          </p:nvSpPr>
          <p:spPr>
            <a:xfrm>
              <a:off x="680085" y="15875"/>
              <a:ext cx="5011420" cy="6407785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07" name="Object 1307"/>
            <p:cNvSpPr txBox="1"/>
            <p:nvPr/>
          </p:nvSpPr>
          <p:spPr>
            <a:xfrm>
              <a:off x="680085" y="15875"/>
              <a:ext cx="5011420" cy="12700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913013" name="image 130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10800000">
            <a:off x="0" y="703580"/>
            <a:ext cx="9144635" cy="563245"/>
          </a:xfrm>
          <a:prstGeom prst="rect">
            <a:avLst/>
          </a:prstGeom>
        </p:spPr>
      </p:pic>
      <p:grpSp>
        <p:nvGrpSpPr>
          <p:cNvPr id="13015" name="组合 13015"/>
          <p:cNvGrpSpPr/>
          <p:nvPr/>
        </p:nvGrpSpPr>
        <p:grpSpPr>
          <a:xfrm>
            <a:off x="565785" y="2226310"/>
            <a:ext cx="5278755" cy="2712085"/>
            <a:chOff x="565785" y="2226310"/>
            <a:chExt cx="5278755" cy="2712085"/>
          </a:xfrm>
        </p:grpSpPr>
        <p:sp>
          <p:nvSpPr>
            <p:cNvPr id="13016" name="Object 13016"/>
            <p:cNvSpPr txBox="1"/>
            <p:nvPr/>
          </p:nvSpPr>
          <p:spPr>
            <a:xfrm>
              <a:off x="565785" y="3633470"/>
              <a:ext cx="5245100" cy="1016000"/>
            </a:xfrm>
            <a:prstGeom prst="rect">
              <a:avLst/>
            </a:prstGeom>
          </p:spPr>
          <p:txBody>
            <a:bodyPr vert="horz" wrap="square" lIns="0" tIns="46800" rIns="0" bIns="46800" rtlCol="0" anchor="t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6000" b="1" i="0" dirty="0" smtClean="0">
                  <a:solidFill>
                    <a:srgbClr val="1B4FE3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申请原因</a:t>
              </a:r>
              <a:endParaRPr lang="zh-CN" altLang="en-US" sz="6000" b="1" i="0" dirty="0" smtClean="0">
                <a:solidFill>
                  <a:srgbClr val="1B4FE3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017" name="Object 13017"/>
            <p:cNvSpPr txBox="1"/>
            <p:nvPr/>
          </p:nvSpPr>
          <p:spPr>
            <a:xfrm>
              <a:off x="575310" y="2226310"/>
              <a:ext cx="2935605" cy="1446530"/>
            </a:xfrm>
            <a:prstGeom prst="rect">
              <a:avLst/>
            </a:prstGeom>
          </p:spPr>
          <p:txBody>
            <a:bodyPr vert="horz" wrap="square" lIns="0" tIns="46800" rIns="0" bIns="46800" rtlCol="0" anchor="t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8800" b="0" i="0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r>
                <a:rPr lang="en-US" altLang="zh-CN" sz="8800" b="0" i="0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8800" b="0" i="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018" name="Object 13018"/>
            <p:cNvSpPr txBox="1"/>
            <p:nvPr/>
          </p:nvSpPr>
          <p:spPr>
            <a:xfrm>
              <a:off x="599440" y="4630420"/>
              <a:ext cx="5245100" cy="307975"/>
            </a:xfrm>
            <a:prstGeom prst="rect">
              <a:avLst/>
            </a:prstGeom>
          </p:spPr>
          <p:txBody>
            <a:bodyPr vert="horz" wrap="square" lIns="0" tIns="46800" rIns="0" bIns="46800" rtlCol="0" anchor="t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1400" b="0" i="0" dirty="0" smtClean="0">
                  <a:solidFill>
                    <a:srgbClr val="1B4FE3"/>
                  </a:solidFill>
                  <a:latin typeface="微软雅黑" panose="020B0503020204020204" charset="-122"/>
                  <a:ea typeface="微软雅黑" panose="020B0503020204020204" charset="-122"/>
                </a:rPr>
                <a:t>Reason For Application</a:t>
              </a:r>
              <a:endParaRPr lang="en-US" altLang="zh-CN" sz="1400" b="0" i="0" dirty="0" smtClean="0">
                <a:solidFill>
                  <a:srgbClr val="1B4FE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913019" name="image 1301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-30797" y="705802"/>
            <a:ext cx="9182100" cy="12700"/>
          </a:xfrm>
          <a:prstGeom prst="rect">
            <a:avLst/>
          </a:prstGeom>
        </p:spPr>
      </p:pic>
      <p:pic>
        <p:nvPicPr>
          <p:cNvPr id="913020" name="image 1302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715260" y="699770"/>
            <a:ext cx="795020" cy="25400"/>
          </a:xfrm>
          <a:prstGeom prst="rect">
            <a:avLst/>
          </a:prstGeom>
        </p:spPr>
      </p:pic>
      <p:pic>
        <p:nvPicPr>
          <p:cNvPr id="4" name="图片 3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335" y="83820"/>
            <a:ext cx="2063750" cy="641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0" name="Object 5010"/>
          <p:cNvSpPr txBox="1"/>
          <p:nvPr/>
        </p:nvSpPr>
        <p:spPr>
          <a:xfrm>
            <a:off x="817244" y="648335"/>
            <a:ext cx="6718300" cy="892810"/>
          </a:xfrm>
          <a:prstGeom prst="rect">
            <a:avLst/>
          </a:prstGeom>
        </p:spPr>
        <p:txBody>
          <a:bodyPr vert="horz" wrap="square" lIns="0" tIns="46800" rIns="0" bIns="46800" rtlCol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600" b="0" i="0" dirty="0" smtClean="0">
                <a:solidFill>
                  <a:srgbClr val="1B4FE3"/>
                </a:solidFill>
                <a:latin typeface="微软雅黑" panose="020B0503020204020204" charset="-122"/>
                <a:ea typeface="微软雅黑" panose="020B0503020204020204" charset="-122"/>
              </a:rPr>
              <a:t>申请原因</a:t>
            </a:r>
            <a:r>
              <a:rPr lang="en-US" altLang="zh-CN" sz="2600" b="0" i="0" dirty="0" smtClean="0">
                <a:solidFill>
                  <a:srgbClr val="1B4FE3"/>
                </a:solidFill>
                <a:latin typeface="AlimamaShuHeiTi"/>
                <a:ea typeface="宋体" panose="02010600030101010101" pitchFamily="2" charset="-122"/>
              </a:rPr>
              <a:t> </a:t>
            </a:r>
            <a:r>
              <a:rPr lang="en-US" altLang="zh-CN" sz="2600" dirty="0" smtClean="0">
                <a:solidFill>
                  <a:srgbClr val="1B4FE3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Reason For Application</a:t>
            </a:r>
            <a:endParaRPr lang="en-US" altLang="zh-CN" sz="2600" b="0" i="0" dirty="0" smtClean="0">
              <a:solidFill>
                <a:srgbClr val="1B4FE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endParaRPr lang="en-US" altLang="zh-CN" sz="2600" b="0" i="0" dirty="0" smtClean="0">
              <a:solidFill>
                <a:srgbClr val="1B4FE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5011" name="image 50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5400000">
            <a:off x="-2272982" y="2855912"/>
            <a:ext cx="5730875" cy="12700"/>
          </a:xfrm>
          <a:prstGeom prst="rect">
            <a:avLst/>
          </a:prstGeom>
        </p:spPr>
      </p:pic>
      <p:pic>
        <p:nvPicPr>
          <p:cNvPr id="95012" name="image 501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80771" y="673481"/>
            <a:ext cx="25400" cy="443230"/>
          </a:xfrm>
          <a:prstGeom prst="rect">
            <a:avLst/>
          </a:prstGeom>
        </p:spPr>
      </p:pic>
      <p:grpSp>
        <p:nvGrpSpPr>
          <p:cNvPr id="5064" name="组合 5064"/>
          <p:cNvGrpSpPr/>
          <p:nvPr/>
        </p:nvGrpSpPr>
        <p:grpSpPr>
          <a:xfrm>
            <a:off x="7942580" y="894080"/>
            <a:ext cx="553720" cy="127000"/>
            <a:chOff x="7942580" y="894080"/>
            <a:chExt cx="553720" cy="127000"/>
          </a:xfrm>
        </p:grpSpPr>
        <p:sp>
          <p:nvSpPr>
            <p:cNvPr id="5065" name="Object 5065"/>
            <p:cNvSpPr txBox="1"/>
            <p:nvPr/>
          </p:nvSpPr>
          <p:spPr>
            <a:xfrm>
              <a:off x="8369300" y="894080"/>
              <a:ext cx="127000" cy="127000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/>
          </p:txBody>
        </p:sp>
        <p:sp>
          <p:nvSpPr>
            <p:cNvPr id="5066" name="Object 5066"/>
            <p:cNvSpPr txBox="1"/>
            <p:nvPr/>
          </p:nvSpPr>
          <p:spPr>
            <a:xfrm>
              <a:off x="8155940" y="894080"/>
              <a:ext cx="127000" cy="127000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/>
          </p:txBody>
        </p:sp>
        <p:sp>
          <p:nvSpPr>
            <p:cNvPr id="5067" name="Object 5067"/>
            <p:cNvSpPr txBox="1"/>
            <p:nvPr/>
          </p:nvSpPr>
          <p:spPr>
            <a:xfrm>
              <a:off x="7942580" y="894080"/>
              <a:ext cx="127000" cy="127000"/>
            </a:xfrm>
            <a:prstGeom prst="rect">
              <a:avLst/>
            </a:prstGeom>
            <a:blipFill dpi="0" rotWithShape="1">
              <a:blip r:embed="rId5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/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550" y="252730"/>
            <a:ext cx="2063750" cy="64135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632460" y="1294130"/>
            <a:ext cx="7946390" cy="25400"/>
            <a:chOff x="996" y="2038"/>
            <a:chExt cx="12514" cy="40"/>
          </a:xfrm>
        </p:grpSpPr>
        <p:pic>
          <p:nvPicPr>
            <p:cNvPr id="92019" name="image 2019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996" y="2038"/>
              <a:ext cx="12515" cy="20"/>
            </a:xfrm>
            <a:prstGeom prst="rect">
              <a:avLst/>
            </a:prstGeom>
          </p:spPr>
        </p:pic>
        <p:pic>
          <p:nvPicPr>
            <p:cNvPr id="92020" name="image 2020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>
            <a:xfrm>
              <a:off x="1029" y="2038"/>
              <a:ext cx="3240" cy="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04" name="image 80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181600" y="1231900"/>
            <a:ext cx="2959100" cy="3911600"/>
          </a:xfrm>
          <a:prstGeom prst="rect">
            <a:avLst/>
          </a:prstGeom>
        </p:spPr>
      </p:pic>
      <p:grpSp>
        <p:nvGrpSpPr>
          <p:cNvPr id="805" name="组合 805"/>
          <p:cNvGrpSpPr/>
          <p:nvPr/>
        </p:nvGrpSpPr>
        <p:grpSpPr>
          <a:xfrm rot="5400000">
            <a:off x="680085" y="15875"/>
            <a:ext cx="5011420" cy="6407785"/>
            <a:chOff x="680085" y="15875"/>
            <a:chExt cx="5011420" cy="6407785"/>
          </a:xfrm>
        </p:grpSpPr>
        <p:sp>
          <p:nvSpPr>
            <p:cNvPr id="806" name="Object 806"/>
            <p:cNvSpPr txBox="1"/>
            <p:nvPr/>
          </p:nvSpPr>
          <p:spPr>
            <a:xfrm>
              <a:off x="680085" y="15875"/>
              <a:ext cx="5011420" cy="6407785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07" name="Object 807"/>
            <p:cNvSpPr txBox="1"/>
            <p:nvPr/>
          </p:nvSpPr>
          <p:spPr>
            <a:xfrm>
              <a:off x="680085" y="15875"/>
              <a:ext cx="5011420" cy="12700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98013" name="image 80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10800000">
            <a:off x="0" y="703580"/>
            <a:ext cx="9144635" cy="563245"/>
          </a:xfrm>
          <a:prstGeom prst="rect">
            <a:avLst/>
          </a:prstGeom>
        </p:spPr>
      </p:pic>
      <p:grpSp>
        <p:nvGrpSpPr>
          <p:cNvPr id="8015" name="组合 8015"/>
          <p:cNvGrpSpPr/>
          <p:nvPr/>
        </p:nvGrpSpPr>
        <p:grpSpPr>
          <a:xfrm>
            <a:off x="565785" y="2226310"/>
            <a:ext cx="5278755" cy="2712085"/>
            <a:chOff x="565785" y="2226310"/>
            <a:chExt cx="5278755" cy="2712085"/>
          </a:xfrm>
        </p:grpSpPr>
        <p:sp>
          <p:nvSpPr>
            <p:cNvPr id="8016" name="Object 8016"/>
            <p:cNvSpPr txBox="1"/>
            <p:nvPr/>
          </p:nvSpPr>
          <p:spPr>
            <a:xfrm>
              <a:off x="565785" y="3566160"/>
              <a:ext cx="5245100" cy="1016000"/>
            </a:xfrm>
            <a:prstGeom prst="rect">
              <a:avLst/>
            </a:prstGeom>
          </p:spPr>
          <p:txBody>
            <a:bodyPr vert="horz" wrap="square" lIns="0" tIns="46800" rIns="0" bIns="46800" rtlCol="0" anchor="t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altLang="en-US" sz="6000" b="1" i="0" dirty="0" smtClean="0">
                  <a:solidFill>
                    <a:srgbClr val="1B4FE3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合作资源</a:t>
              </a:r>
              <a:endParaRPr lang="zh-CN" altLang="en-US" sz="6000" b="1" i="0" dirty="0" smtClean="0">
                <a:solidFill>
                  <a:srgbClr val="1B4FE3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017" name="Object 8017"/>
            <p:cNvSpPr txBox="1"/>
            <p:nvPr/>
          </p:nvSpPr>
          <p:spPr>
            <a:xfrm>
              <a:off x="575310" y="2226310"/>
              <a:ext cx="3075305" cy="1446530"/>
            </a:xfrm>
            <a:prstGeom prst="rect">
              <a:avLst/>
            </a:prstGeom>
          </p:spPr>
          <p:txBody>
            <a:bodyPr vert="horz" wrap="square" lIns="0" tIns="46800" rIns="0" bIns="46800" rtlCol="0" anchor="t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8800" b="0" i="0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r>
                <a:rPr lang="en-US" altLang="zh-CN" sz="8800" b="0" i="0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lang="en-US" altLang="zh-CN" sz="8800" b="0" i="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018" name="Object 8018"/>
            <p:cNvSpPr txBox="1"/>
            <p:nvPr/>
          </p:nvSpPr>
          <p:spPr>
            <a:xfrm>
              <a:off x="599440" y="4630420"/>
              <a:ext cx="5245100" cy="307975"/>
            </a:xfrm>
            <a:prstGeom prst="rect">
              <a:avLst/>
            </a:prstGeom>
          </p:spPr>
          <p:txBody>
            <a:bodyPr vert="horz" wrap="square" lIns="0" tIns="46800" rIns="0" bIns="46800" rtlCol="0" anchor="t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1400" b="0" i="0" dirty="0" smtClean="0">
                  <a:solidFill>
                    <a:srgbClr val="1B4FE3"/>
                  </a:solidFill>
                  <a:latin typeface="微软雅黑" panose="020B0503020204020204" charset="-122"/>
                  <a:ea typeface="微软雅黑" panose="020B0503020204020204" charset="-122"/>
                </a:rPr>
                <a:t>Cooperation Resource</a:t>
              </a:r>
              <a:endParaRPr lang="en-US" altLang="zh-CN" sz="1400" b="0" i="0" dirty="0" smtClean="0">
                <a:solidFill>
                  <a:srgbClr val="1B4FE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98019" name="image 801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-30797" y="705802"/>
            <a:ext cx="9182100" cy="12700"/>
          </a:xfrm>
          <a:prstGeom prst="rect">
            <a:avLst/>
          </a:prstGeom>
        </p:spPr>
      </p:pic>
      <p:pic>
        <p:nvPicPr>
          <p:cNvPr id="98020" name="image 802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678939" y="699770"/>
            <a:ext cx="635000" cy="25400"/>
          </a:xfrm>
          <a:prstGeom prst="rect">
            <a:avLst/>
          </a:prstGeom>
        </p:spPr>
      </p:pic>
      <p:pic>
        <p:nvPicPr>
          <p:cNvPr id="4" name="图片 3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645" y="46355"/>
            <a:ext cx="2063750" cy="641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0" name="Object 5010"/>
          <p:cNvSpPr txBox="1"/>
          <p:nvPr/>
        </p:nvSpPr>
        <p:spPr>
          <a:xfrm>
            <a:off x="817244" y="648335"/>
            <a:ext cx="6718300" cy="892810"/>
          </a:xfrm>
          <a:prstGeom prst="rect">
            <a:avLst/>
          </a:prstGeom>
        </p:spPr>
        <p:txBody>
          <a:bodyPr vert="horz" wrap="square" lIns="0" tIns="46800" rIns="0" bIns="46800" rtlCol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sz="2600" b="0" i="0" dirty="0" smtClean="0">
                <a:solidFill>
                  <a:srgbClr val="1B4FE3"/>
                </a:solidFill>
                <a:latin typeface="微软雅黑" panose="020B0503020204020204" charset="-122"/>
                <a:ea typeface="微软雅黑" panose="020B0503020204020204" charset="-122"/>
              </a:rPr>
              <a:t>合作资源</a:t>
            </a:r>
            <a:r>
              <a:rPr lang="en-US" altLang="zh-CN" sz="2600" b="0" i="0" dirty="0" smtClean="0">
                <a:solidFill>
                  <a:srgbClr val="1B4FE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2600" dirty="0" smtClean="0">
                <a:solidFill>
                  <a:srgbClr val="1B4FE3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Cooperation Resource</a:t>
            </a:r>
            <a:endParaRPr lang="en-US" altLang="zh-CN" sz="2600" b="0" i="0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endParaRPr lang="en-US" altLang="zh-CN" sz="2600" b="0" i="0" dirty="0" smtClean="0">
              <a:solidFill>
                <a:srgbClr val="1B4FE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5011" name="image 50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5400000">
            <a:off x="-2272982" y="2855912"/>
            <a:ext cx="5730875" cy="12700"/>
          </a:xfrm>
          <a:prstGeom prst="rect">
            <a:avLst/>
          </a:prstGeom>
        </p:spPr>
      </p:pic>
      <p:pic>
        <p:nvPicPr>
          <p:cNvPr id="95012" name="image 501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80771" y="673481"/>
            <a:ext cx="25400" cy="443230"/>
          </a:xfrm>
          <a:prstGeom prst="rect">
            <a:avLst/>
          </a:prstGeom>
        </p:spPr>
      </p:pic>
      <p:grpSp>
        <p:nvGrpSpPr>
          <p:cNvPr id="5064" name="组合 5064"/>
          <p:cNvGrpSpPr/>
          <p:nvPr/>
        </p:nvGrpSpPr>
        <p:grpSpPr>
          <a:xfrm>
            <a:off x="7942580" y="894080"/>
            <a:ext cx="553720" cy="127000"/>
            <a:chOff x="7942580" y="894080"/>
            <a:chExt cx="553720" cy="127000"/>
          </a:xfrm>
        </p:grpSpPr>
        <p:sp>
          <p:nvSpPr>
            <p:cNvPr id="5065" name="Object 5065"/>
            <p:cNvSpPr txBox="1"/>
            <p:nvPr/>
          </p:nvSpPr>
          <p:spPr>
            <a:xfrm>
              <a:off x="8369300" y="894080"/>
              <a:ext cx="127000" cy="127000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/>
          </p:txBody>
        </p:sp>
        <p:sp>
          <p:nvSpPr>
            <p:cNvPr id="5066" name="Object 5066"/>
            <p:cNvSpPr txBox="1"/>
            <p:nvPr/>
          </p:nvSpPr>
          <p:spPr>
            <a:xfrm>
              <a:off x="8155940" y="894080"/>
              <a:ext cx="127000" cy="127000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/>
          </p:txBody>
        </p:sp>
        <p:sp>
          <p:nvSpPr>
            <p:cNvPr id="5067" name="Object 5067"/>
            <p:cNvSpPr txBox="1"/>
            <p:nvPr/>
          </p:nvSpPr>
          <p:spPr>
            <a:xfrm>
              <a:off x="7942580" y="894080"/>
              <a:ext cx="127000" cy="127000"/>
            </a:xfrm>
            <a:prstGeom prst="rect">
              <a:avLst/>
            </a:prstGeom>
            <a:blipFill dpi="0" rotWithShape="1">
              <a:blip r:embed="rId5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/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090" y="128905"/>
            <a:ext cx="2063750" cy="64135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632460" y="1294130"/>
            <a:ext cx="7946390" cy="25400"/>
            <a:chOff x="996" y="2038"/>
            <a:chExt cx="12514" cy="40"/>
          </a:xfrm>
        </p:grpSpPr>
        <p:pic>
          <p:nvPicPr>
            <p:cNvPr id="92019" name="image 2019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996" y="2038"/>
              <a:ext cx="12515" cy="20"/>
            </a:xfrm>
            <a:prstGeom prst="rect">
              <a:avLst/>
            </a:prstGeom>
          </p:spPr>
        </p:pic>
        <p:pic>
          <p:nvPicPr>
            <p:cNvPr id="92020" name="image 2020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>
            <a:xfrm>
              <a:off x="1029" y="2038"/>
              <a:ext cx="3240" cy="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704" name="image 170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889500" y="1460500"/>
            <a:ext cx="3543300" cy="3594100"/>
          </a:xfrm>
          <a:prstGeom prst="rect">
            <a:avLst/>
          </a:prstGeom>
        </p:spPr>
      </p:pic>
      <p:grpSp>
        <p:nvGrpSpPr>
          <p:cNvPr id="1705" name="组合 1705"/>
          <p:cNvGrpSpPr/>
          <p:nvPr/>
        </p:nvGrpSpPr>
        <p:grpSpPr>
          <a:xfrm rot="5400000">
            <a:off x="680085" y="15875"/>
            <a:ext cx="5011420" cy="6407785"/>
            <a:chOff x="680085" y="15875"/>
            <a:chExt cx="5011420" cy="6407785"/>
          </a:xfrm>
        </p:grpSpPr>
        <p:sp>
          <p:nvSpPr>
            <p:cNvPr id="1706" name="Object 1706"/>
            <p:cNvSpPr txBox="1"/>
            <p:nvPr/>
          </p:nvSpPr>
          <p:spPr>
            <a:xfrm>
              <a:off x="680085" y="15875"/>
              <a:ext cx="5011420" cy="6407785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07" name="Object 1707"/>
            <p:cNvSpPr txBox="1"/>
            <p:nvPr/>
          </p:nvSpPr>
          <p:spPr>
            <a:xfrm>
              <a:off x="680085" y="15875"/>
              <a:ext cx="5011420" cy="12700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>
              <a:endParaRPr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pic>
        <p:nvPicPr>
          <p:cNvPr id="917013" name="image 170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10800000">
            <a:off x="0" y="703580"/>
            <a:ext cx="9144635" cy="563245"/>
          </a:xfrm>
          <a:prstGeom prst="rect">
            <a:avLst/>
          </a:prstGeom>
        </p:spPr>
      </p:pic>
      <p:grpSp>
        <p:nvGrpSpPr>
          <p:cNvPr id="17015" name="组合 17015"/>
          <p:cNvGrpSpPr/>
          <p:nvPr/>
        </p:nvGrpSpPr>
        <p:grpSpPr>
          <a:xfrm>
            <a:off x="565785" y="2226310"/>
            <a:ext cx="5278755" cy="2712085"/>
            <a:chOff x="565785" y="2226310"/>
            <a:chExt cx="5278755" cy="2712085"/>
          </a:xfrm>
        </p:grpSpPr>
        <p:sp>
          <p:nvSpPr>
            <p:cNvPr id="17016" name="Object 17016"/>
            <p:cNvSpPr txBox="1"/>
            <p:nvPr/>
          </p:nvSpPr>
          <p:spPr>
            <a:xfrm>
              <a:off x="565785" y="3633470"/>
              <a:ext cx="5245100" cy="1016000"/>
            </a:xfrm>
            <a:prstGeom prst="rect">
              <a:avLst/>
            </a:prstGeom>
          </p:spPr>
          <p:txBody>
            <a:bodyPr vert="horz" wrap="square" lIns="0" tIns="46800" rIns="0" bIns="46800" rtlCol="0" anchor="t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6000" b="1" i="0" dirty="0" smtClean="0">
                  <a:solidFill>
                    <a:srgbClr val="1B4FE3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后续规划</a:t>
              </a:r>
              <a:endParaRPr lang="zh-CN" altLang="en-US" sz="6000" b="1" i="0" dirty="0" smtClean="0">
                <a:solidFill>
                  <a:srgbClr val="1B4FE3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017" name="Object 17017"/>
            <p:cNvSpPr txBox="1"/>
            <p:nvPr/>
          </p:nvSpPr>
          <p:spPr>
            <a:xfrm>
              <a:off x="575310" y="2226310"/>
              <a:ext cx="3322955" cy="1446530"/>
            </a:xfrm>
            <a:prstGeom prst="rect">
              <a:avLst/>
            </a:prstGeom>
          </p:spPr>
          <p:txBody>
            <a:bodyPr vert="horz" wrap="square" lIns="0" tIns="46800" rIns="0" bIns="46800" rtlCol="0" anchor="t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8800" b="0" i="0" dirty="0" smtClean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04</a:t>
              </a:r>
              <a:endParaRPr lang="zh-CN" altLang="en-US" sz="8800" b="0" i="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018" name="Object 17018"/>
            <p:cNvSpPr txBox="1"/>
            <p:nvPr/>
          </p:nvSpPr>
          <p:spPr>
            <a:xfrm>
              <a:off x="599440" y="4630420"/>
              <a:ext cx="5245100" cy="307975"/>
            </a:xfrm>
            <a:prstGeom prst="rect">
              <a:avLst/>
            </a:prstGeom>
          </p:spPr>
          <p:txBody>
            <a:bodyPr vert="horz" wrap="square" lIns="0" tIns="46800" rIns="0" bIns="46800" rtlCol="0" anchor="t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1400" b="0" i="0" dirty="0" smtClean="0">
                  <a:solidFill>
                    <a:srgbClr val="1B4FE3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Follow-up</a:t>
              </a:r>
              <a:r>
                <a:rPr lang="zh-CN" sz="1400" b="0" i="0" dirty="0" smtClean="0">
                  <a:solidFill>
                    <a:srgbClr val="1B4FE3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  P</a:t>
              </a:r>
              <a:r>
                <a:rPr lang="en-US" altLang="zh-CN" sz="1400" b="0" i="0" dirty="0" smtClean="0">
                  <a:solidFill>
                    <a:srgbClr val="1B4FE3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lanning</a:t>
              </a:r>
              <a:endParaRPr lang="en-US" altLang="zh-CN" sz="1400" b="0" i="0" dirty="0" smtClean="0">
                <a:solidFill>
                  <a:srgbClr val="1B4FE3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917019" name="image 1701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-30797" y="705802"/>
            <a:ext cx="9182100" cy="12700"/>
          </a:xfrm>
          <a:prstGeom prst="rect">
            <a:avLst/>
          </a:prstGeom>
        </p:spPr>
      </p:pic>
      <p:pic>
        <p:nvPicPr>
          <p:cNvPr id="917020" name="image 1702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898265" y="699770"/>
            <a:ext cx="635000" cy="25400"/>
          </a:xfrm>
          <a:prstGeom prst="rect">
            <a:avLst/>
          </a:prstGeom>
        </p:spPr>
      </p:pic>
      <p:pic>
        <p:nvPicPr>
          <p:cNvPr id="4" name="图片 3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645" y="62230"/>
            <a:ext cx="2063750" cy="641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0" name="Object 5010"/>
          <p:cNvSpPr txBox="1"/>
          <p:nvPr/>
        </p:nvSpPr>
        <p:spPr>
          <a:xfrm>
            <a:off x="817244" y="648335"/>
            <a:ext cx="6718300" cy="492760"/>
          </a:xfrm>
          <a:prstGeom prst="rect">
            <a:avLst/>
          </a:prstGeom>
        </p:spPr>
        <p:txBody>
          <a:bodyPr vert="horz" wrap="square" lIns="0" tIns="46800" rIns="0" bIns="46800" rtlCol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600" b="0" i="0" dirty="0" smtClean="0">
                <a:solidFill>
                  <a:srgbClr val="1B4FE3"/>
                </a:solidFill>
                <a:latin typeface="微软雅黑" panose="020B0503020204020204" charset="-122"/>
                <a:ea typeface="微软雅黑" panose="020B0503020204020204" charset="-122"/>
              </a:rPr>
              <a:t>后续规划</a:t>
            </a:r>
            <a:r>
              <a:rPr lang="en-US" altLang="zh-CN" sz="2600" b="0" i="0" dirty="0" smtClean="0">
                <a:solidFill>
                  <a:srgbClr val="1B4FE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600" dirty="0" smtClean="0">
                <a:solidFill>
                  <a:srgbClr val="1B4FE3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Follow-up</a:t>
            </a:r>
            <a:r>
              <a:rPr lang="zh-CN" sz="2600" dirty="0" smtClean="0">
                <a:solidFill>
                  <a:srgbClr val="1B4FE3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P</a:t>
            </a:r>
            <a:r>
              <a:rPr lang="en-US" altLang="zh-CN" sz="2600" dirty="0" smtClean="0">
                <a:solidFill>
                  <a:srgbClr val="1B4FE3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lanning</a:t>
            </a:r>
            <a:endParaRPr lang="en-US" altLang="zh-CN" sz="2600" b="0" i="0" dirty="0" smtClean="0">
              <a:solidFill>
                <a:srgbClr val="1B4FE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5011" name="image 50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5400000">
            <a:off x="-2272982" y="2855912"/>
            <a:ext cx="5730875" cy="12700"/>
          </a:xfrm>
          <a:prstGeom prst="rect">
            <a:avLst/>
          </a:prstGeom>
        </p:spPr>
      </p:pic>
      <p:pic>
        <p:nvPicPr>
          <p:cNvPr id="95012" name="image 501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80771" y="673481"/>
            <a:ext cx="25400" cy="443230"/>
          </a:xfrm>
          <a:prstGeom prst="rect">
            <a:avLst/>
          </a:prstGeom>
        </p:spPr>
      </p:pic>
      <p:grpSp>
        <p:nvGrpSpPr>
          <p:cNvPr id="5064" name="组合 5064"/>
          <p:cNvGrpSpPr/>
          <p:nvPr/>
        </p:nvGrpSpPr>
        <p:grpSpPr>
          <a:xfrm>
            <a:off x="7942580" y="894080"/>
            <a:ext cx="553720" cy="127000"/>
            <a:chOff x="7942580" y="894080"/>
            <a:chExt cx="553720" cy="127000"/>
          </a:xfrm>
        </p:grpSpPr>
        <p:sp>
          <p:nvSpPr>
            <p:cNvPr id="5065" name="Object 5065"/>
            <p:cNvSpPr txBox="1"/>
            <p:nvPr/>
          </p:nvSpPr>
          <p:spPr>
            <a:xfrm>
              <a:off x="8369300" y="894080"/>
              <a:ext cx="127000" cy="127000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/>
          </p:txBody>
        </p:sp>
        <p:sp>
          <p:nvSpPr>
            <p:cNvPr id="5066" name="Object 5066"/>
            <p:cNvSpPr txBox="1"/>
            <p:nvPr/>
          </p:nvSpPr>
          <p:spPr>
            <a:xfrm>
              <a:off x="8155940" y="894080"/>
              <a:ext cx="127000" cy="127000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/>
          </p:txBody>
        </p:sp>
        <p:sp>
          <p:nvSpPr>
            <p:cNvPr id="5067" name="Object 5067"/>
            <p:cNvSpPr txBox="1"/>
            <p:nvPr/>
          </p:nvSpPr>
          <p:spPr>
            <a:xfrm>
              <a:off x="7942580" y="894080"/>
              <a:ext cx="127000" cy="127000"/>
            </a:xfrm>
            <a:prstGeom prst="rect">
              <a:avLst/>
            </a:prstGeom>
            <a:blipFill dpi="0" rotWithShape="1">
              <a:blip r:embed="rId5"/>
              <a:srcRect/>
              <a:stretch>
                <a:fillRect/>
              </a:stretch>
            </a:blipFill>
          </p:spPr>
          <p:txBody>
            <a:bodyPr wrap="square" lIns="0" tIns="0" rIns="0" bIns="0" rtlCol="0" anchorCtr="0">
              <a:noAutofit/>
            </a:bodyPr>
            <a:lstStyle/>
            <a:p/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550" y="185420"/>
            <a:ext cx="2063750" cy="64135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632460" y="1294130"/>
            <a:ext cx="7946390" cy="25400"/>
            <a:chOff x="996" y="2038"/>
            <a:chExt cx="12514" cy="40"/>
          </a:xfrm>
        </p:grpSpPr>
        <p:pic>
          <p:nvPicPr>
            <p:cNvPr id="92019" name="image 2019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996" y="2038"/>
              <a:ext cx="12515" cy="20"/>
            </a:xfrm>
            <a:prstGeom prst="rect">
              <a:avLst/>
            </a:prstGeom>
          </p:spPr>
        </p:pic>
        <p:pic>
          <p:nvPicPr>
            <p:cNvPr id="92020" name="image 2020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>
            <a:xfrm>
              <a:off x="1029" y="2038"/>
              <a:ext cx="3240" cy="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11" name="组合 20011"/>
          <p:cNvGrpSpPr/>
          <p:nvPr/>
        </p:nvGrpSpPr>
        <p:grpSpPr>
          <a:xfrm>
            <a:off x="537210" y="1697989"/>
            <a:ext cx="6718300" cy="1942466"/>
            <a:chOff x="537210" y="1697989"/>
            <a:chExt cx="6718300" cy="1942466"/>
          </a:xfrm>
        </p:grpSpPr>
        <p:sp>
          <p:nvSpPr>
            <p:cNvPr id="20012" name="Object 20012"/>
            <p:cNvSpPr txBox="1"/>
            <p:nvPr/>
          </p:nvSpPr>
          <p:spPr>
            <a:xfrm>
              <a:off x="537210" y="1697989"/>
              <a:ext cx="6718300" cy="1108075"/>
            </a:xfrm>
            <a:prstGeom prst="rect">
              <a:avLst/>
            </a:prstGeom>
          </p:spPr>
          <p:txBody>
            <a:bodyPr vert="horz" wrap="square" lIns="0" tIns="46800" rIns="0" bIns="46800" rtlCol="0" anchor="t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6600" b="0" i="0" dirty="0" smtClean="0">
                  <a:solidFill>
                    <a:srgbClr val="1B4FE3"/>
                  </a:solidFill>
                  <a:latin typeface="微软雅黑" panose="020B0503020204020204" charset="-122"/>
                  <a:ea typeface="微软雅黑" panose="020B0503020204020204" charset="-122"/>
                </a:rPr>
                <a:t>感谢</a:t>
              </a:r>
              <a:r>
                <a:rPr lang="zh-CN" sz="6600" b="0" i="0" dirty="0" smtClean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您的观看</a:t>
              </a:r>
              <a:endParaRPr lang="zh-CN" altLang="en-US" sz="6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017" name="Object 20017"/>
            <p:cNvSpPr txBox="1"/>
            <p:nvPr/>
          </p:nvSpPr>
          <p:spPr>
            <a:xfrm>
              <a:off x="565785" y="3240405"/>
              <a:ext cx="2908300" cy="400050"/>
            </a:xfrm>
            <a:prstGeom prst="rect">
              <a:avLst/>
            </a:prstGeom>
          </p:spPr>
          <p:txBody>
            <a:bodyPr vert="horz" wrap="square" lIns="0" tIns="46800" rIns="0" bIns="46800" rtlCol="0" anchor="t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2000" b="0" i="0" dirty="0" smtClean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申请人：</a:t>
              </a:r>
              <a:r>
                <a:rPr lang="en-US" altLang="zh-CN" sz="2000" b="0" i="0" dirty="0" smtClean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XXX</a:t>
              </a:r>
              <a:endParaRPr lang="en-US" altLang="zh-CN" sz="2000" b="0" i="0" dirty="0" smtClean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0018" name="Object 20018"/>
          <p:cNvSpPr txBox="1"/>
          <p:nvPr/>
        </p:nvSpPr>
        <p:spPr>
          <a:xfrm>
            <a:off x="596265" y="5150485"/>
            <a:ext cx="2667000" cy="279400"/>
          </a:xfrm>
          <a:prstGeom prst="rect">
            <a:avLst/>
          </a:prstGeom>
        </p:spPr>
        <p:txBody>
          <a:bodyPr vert="horz" wrap="square" lIns="0" tIns="46800" rIns="0" bIns="46800" rtlCol="0" anchor="t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200" b="0" i="0" dirty="0" smtClean="0">
                <a:solidFill>
                  <a:srgbClr val="4D4F5B"/>
                </a:solidFill>
                <a:latin typeface="微软雅黑" panose="020B0503020204020204" charset="-122"/>
                <a:ea typeface="微软雅黑" panose="020B0503020204020204" charset="-122"/>
              </a:rPr>
              <a:t>THE END...</a:t>
            </a:r>
            <a:endParaRPr lang="zh-CN" altLang="en-US" sz="1200" b="0" i="0" dirty="0" smtClean="0">
              <a:solidFill>
                <a:srgbClr val="4D4F5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19" name="Object 20019"/>
          <p:cNvSpPr txBox="1"/>
          <p:nvPr/>
        </p:nvSpPr>
        <p:spPr>
          <a:xfrm>
            <a:off x="6047105" y="423545"/>
            <a:ext cx="2667000" cy="254000"/>
          </a:xfrm>
          <a:prstGeom prst="rect">
            <a:avLst/>
          </a:prstGeom>
        </p:spPr>
        <p:txBody>
          <a:bodyPr vert="horz" wrap="square" lIns="0" tIns="46800" rIns="25400" bIns="46800" rtlCol="0" anchor="t" anchorCtr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zh-CN" sz="1200" b="0" i="0" dirty="0" smtClean="0">
                <a:solidFill>
                  <a:srgbClr val="4D4F5B"/>
                </a:solidFill>
                <a:latin typeface="微软雅黑" panose="020B0503020204020204" charset="-122"/>
                <a:ea typeface="微软雅黑" panose="020B0503020204020204" charset="-122"/>
              </a:rPr>
              <a:t>20XX.12.18</a:t>
            </a:r>
            <a:endParaRPr lang="zh-CN" altLang="en-US" sz="1200" b="0" i="0" dirty="0" smtClean="0">
              <a:solidFill>
                <a:srgbClr val="4D4F5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645" y="367030"/>
            <a:ext cx="2063750" cy="6413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2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3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4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5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6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7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8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9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10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11.xml><?xml version="1.0" encoding="utf-8"?>
<p:tagLst xmlns:p="http://schemas.openxmlformats.org/presentationml/2006/main">
  <p:tag name="KSO_WM_DIAGRAM_VIRTUALLY_FRAME" val="{&quot;height&quot;:255.54157480314956,&quot;left&quot;:-0.05,&quot;top&quot;:194.52503937007873,&quot;width&quot;:751.15}"/>
</p:tagLst>
</file>

<file path=ppt/tags/tag12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13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14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15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16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17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18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19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20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21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22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23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24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25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26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ags/tag27.xml><?xml version="1.0" encoding="utf-8"?>
<p:tagLst xmlns:p="http://schemas.openxmlformats.org/presentationml/2006/main">
  <p:tag name="KSO_WM_DIAGRAM_VIRTUALLY_FRAME" val="{&quot;height&quot;:305.9666141732283,&quot;left&quot;:-0.05,&quot;top&quot;:144.1,&quot;width&quot;:751.1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</Words>
  <Application>WPS 演示</Application>
  <PresentationFormat>On-screen Show</PresentationFormat>
  <Paragraphs>72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SourceHanSansSC-Regular</vt:lpstr>
      <vt:lpstr>AlimamaShuHeiTi</vt:lpstr>
      <vt:lpstr>Segoe Print</vt:lpstr>
      <vt:lpstr>Arial Unicode MS</vt:lpstr>
      <vt:lpstr>Calibri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稿定设计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稿定设计 ppt</dc:title>
  <dc:creator>稿定设计</dc:creator>
  <dc:subject>www.gaoding.com</dc:subject>
  <cp:lastModifiedBy>WPS_1645443833</cp:lastModifiedBy>
  <cp:revision>6</cp:revision>
  <dcterms:created xsi:type="dcterms:W3CDTF">2026-02-25T07:13:00Z</dcterms:created>
  <dcterms:modified xsi:type="dcterms:W3CDTF">2026-02-26T06:46:33Z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14AA70321A47467A9463A7AD27F78D68_13</vt:lpwstr>
  </property>
</Properties>
</file>